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da7cc25f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da7cc25f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da7cc25f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da7cc25f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3d22a95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3d22a95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da7cc25f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da7cc25f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da7cc25f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da7cc25f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3d22a951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e3d22a951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3da9e0c6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3da9e0c6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3d22a951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3d22a951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3da9e0c62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3da9e0c6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da7cc25f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da7cc25f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a7cc25f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da7cc25f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da7cc25f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da7cc25f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3d22a951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3d22a951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5137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spdigital.usp.br/jupiterweb/obterDisciplina?nomdis=&amp;sgldis=SSC0501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disciplinas.usp.br/course/view.php?id=125886" TargetMode="External"/><Relationship Id="rId4" Type="http://schemas.openxmlformats.org/officeDocument/2006/relationships/hyperlink" Target="https://edisciplinas.usp.br/enrol/index.php?id=12657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runcodes.icmc.usp.br/offerings/view/83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odeblocks.org/downloads/" TargetMode="External"/><Relationship Id="rId4" Type="http://schemas.openxmlformats.org/officeDocument/2006/relationships/hyperlink" Target="https://sourceforge.net/projects/codeblock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uspdigital.usp.br/jupiterweb/obterDisciplina?nomdis=&amp;sgldis=SSC060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dalus.usp.br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15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Prof. Matheus Machado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matheus.m.santos@icmc.usp.br</a:t>
            </a:r>
            <a:br>
              <a:rPr lang="en"/>
            </a:br>
            <a:r>
              <a:rPr lang="en"/>
              <a:t>Sala 4-211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da disciplina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Objetivos:</a:t>
            </a:r>
            <a:br>
              <a:rPr lang="en"/>
            </a:br>
            <a:r>
              <a:rPr lang="en"/>
              <a:t>Apresentar os conceitos básicos para o desenvolvimento de programas, utilizando uma linguagem de programação como apoio.</a:t>
            </a:r>
            <a:br>
              <a:rPr lang="en"/>
            </a:br>
            <a:br>
              <a:rPr lang="en"/>
            </a:br>
            <a:r>
              <a:rPr b="1" lang="en"/>
              <a:t>Programa Resumido:</a:t>
            </a:r>
            <a:br>
              <a:rPr b="1" lang="en"/>
            </a:br>
            <a:r>
              <a:rPr lang="en"/>
              <a:t>Conceitos básicos sobre computadores. Resolução de problemas e desenvolvimento de algoritmos. Estruturas de programas. Tipos de dados simples. Modularização de programas. Tipos de dados compostos. Arquivos. Depuração de programas. Programação em linguagem estruturada.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0" y="4820400"/>
            <a:ext cx="728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Referência: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https://uspdigital.usp.br/jupiterweb/obterDisciplina?nomdis=&amp;sgldis=SSC0501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Disciplinas a</a:t>
            </a:r>
            <a:r>
              <a:rPr lang="en"/>
              <a:t>linhadas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SSC0501 Introdução à Ciência de Computação I - </a:t>
            </a:r>
            <a:br>
              <a:rPr lang="en" sz="1700"/>
            </a:br>
            <a:r>
              <a:rPr lang="en" sz="1700"/>
              <a:t>Professor Matheus Machado. (Esta disciplina)</a:t>
            </a:r>
            <a:br>
              <a:rPr lang="en" sz="1700"/>
            </a:br>
            <a:r>
              <a:rPr lang="en" sz="1700" u="sng">
                <a:solidFill>
                  <a:schemeClr val="hlink"/>
                </a:solidFill>
                <a:hlinkClick r:id="rId3"/>
              </a:rPr>
              <a:t>https://edisciplinas.usp.br/course/view.php?id=125886</a:t>
            </a:r>
            <a:r>
              <a:rPr lang="en" sz="1700"/>
              <a:t>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SSC0502 Laboratório de Introdução à Ciência da Computação I - </a:t>
            </a:r>
            <a:br>
              <a:rPr lang="en" sz="1700"/>
            </a:br>
            <a:r>
              <a:rPr lang="en" sz="1700"/>
              <a:t>Professor Danilo Hernane Spatti</a:t>
            </a:r>
            <a:br>
              <a:rPr lang="en" sz="1700"/>
            </a:br>
            <a:r>
              <a:rPr lang="en" sz="1700" u="sng">
                <a:solidFill>
                  <a:schemeClr val="hlink"/>
                </a:solidFill>
                <a:hlinkClick r:id="rId4"/>
              </a:rPr>
              <a:t>https://edisciplinas.usp.br/enrol/index.php?id=126578</a:t>
            </a:r>
            <a:r>
              <a:rPr lang="en" sz="1700"/>
              <a:t> 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75" y="1017725"/>
            <a:ext cx="6139199" cy="37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Cronograma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5"/>
            <a:ext cx="4715550" cy="335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175" y="1215775"/>
            <a:ext cx="4014424" cy="3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Plataforma Runcodes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Acesso a disciplina: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https://runcodes.icmc.usp.br/offerings/view/83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Matrícula: R4SM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91" y="1917001"/>
            <a:ext cx="8609220" cy="30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 de Desenvolvimento em C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Windows: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IDE CodeBlocks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https://www.codeblocks.org/downloads/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https://sourceforge.net/projects/codeblocks/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Compilador: GCC (GNU GCC - MinGW)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Linux: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Editor de texto: Gedit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Compilador:  </a:t>
            </a:r>
            <a:r>
              <a:rPr lang="en">
                <a:solidFill>
                  <a:schemeClr val="dk1"/>
                </a:solidFill>
              </a:rPr>
              <a:t>GCC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(Ubuntu)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1377875"/>
            <a:ext cx="634365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1572000" y="1053875"/>
            <a:ext cx="61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Editor de texto Gedit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272450" y="4078100"/>
            <a:ext cx="833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versão normal do Ubuntu já vem com gedit instalado. Nas versões reduzidas o gedit pode ser instalado com o comando:</a:t>
            </a:r>
            <a:br>
              <a:rPr lang="en"/>
            </a:br>
            <a:r>
              <a:rPr lang="en"/>
              <a:t>$ sudo apt install gedit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(Ubuntu)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4157675"/>
            <a:ext cx="8520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Comando para instalar GCC no linux (Ubuntu):</a:t>
            </a:r>
            <a:br>
              <a:rPr lang="en"/>
            </a:br>
            <a:r>
              <a:rPr lang="en"/>
              <a:t>sudo apt install gcc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925" y="1930588"/>
            <a:ext cx="7096125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340400" y="1468900"/>
            <a:ext cx="58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Compilando e executando o código: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50" y="970550"/>
            <a:ext cx="6903700" cy="40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Bibliografia B</a:t>
            </a:r>
            <a:r>
              <a:rPr lang="en"/>
              <a:t>ásica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SCHILDT, Herbert. </a:t>
            </a:r>
            <a:r>
              <a:rPr b="1" lang="en"/>
              <a:t>C completo e total</a:t>
            </a:r>
            <a:r>
              <a:rPr lang="en"/>
              <a:t>, 3.ed. São Paulo. Pearson Education 2008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ASCENCIO, A. F. G.; CAMPOS, E. A. V. </a:t>
            </a:r>
            <a:r>
              <a:rPr b="1" lang="en"/>
              <a:t>Fundamentos da Programação de Computadores – Algoritmos, Pascal e C/C++</a:t>
            </a:r>
            <a:r>
              <a:rPr lang="en"/>
              <a:t>. Prentice Hall, 2003.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Backes, André. </a:t>
            </a:r>
            <a:r>
              <a:rPr b="1" lang="en"/>
              <a:t>Linguagem C: completa e descomplicada</a:t>
            </a:r>
            <a:r>
              <a:rPr lang="en"/>
              <a:t>. Elsevier Brasil, 2013.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KELLEY, Al; POHL, Ira. </a:t>
            </a:r>
            <a:r>
              <a:rPr b="1" lang="en"/>
              <a:t>A book on C : programming in C</a:t>
            </a:r>
            <a:r>
              <a:rPr lang="en"/>
              <a:t>. Boston, Mass. : Addison-Wesley, 2005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KERNIGHAM, B.; RITCHIE,D. </a:t>
            </a:r>
            <a:r>
              <a:rPr b="1" lang="en"/>
              <a:t>The C Programming Language</a:t>
            </a:r>
            <a:r>
              <a:rPr lang="en"/>
              <a:t>, Prentice-Hall, 1988. (Tradução para Português: Editora Campus]</a:t>
            </a: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0" y="4820400"/>
            <a:ext cx="728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Referência: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https://uspdigital.usp.br/jupiterweb/obterDisciplina?nomdis=&amp;sgldis=SSC0601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Bibliografia Básica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1389675" y="982625"/>
            <a:ext cx="61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URL: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https://dedalus.usp.br/</a:t>
            </a:r>
            <a:r>
              <a:rPr lang="en"/>
              <a:t> 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500" y="1275625"/>
            <a:ext cx="6046755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77077" y="2142200"/>
            <a:ext cx="1273200" cy="18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Bibliografia Básica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150" y="1017725"/>
            <a:ext cx="477170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144" name="Google Shape;144;p26"/>
          <p:cNvSpPr txBox="1"/>
          <p:nvPr>
            <p:ph idx="1" type="subTitle"/>
          </p:nvPr>
        </p:nvSpPr>
        <p:spPr>
          <a:xfrm>
            <a:off x="311700" y="2834125"/>
            <a:ext cx="8520600" cy="15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Prof. Matheus Machado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matheus.m.santos@icmc.usp.br</a:t>
            </a:r>
            <a:br>
              <a:rPr lang="en"/>
            </a:br>
            <a:r>
              <a:rPr lang="en"/>
              <a:t>Sala 4-211</a:t>
            </a:r>
            <a:endParaRPr/>
          </a:p>
        </p:txBody>
      </p:sp>
      <p:sp>
        <p:nvSpPr>
          <p:cNvPr id="145" name="Google Shape;145;p26"/>
          <p:cNvSpPr txBox="1"/>
          <p:nvPr>
            <p:ph idx="1" type="subTitle"/>
          </p:nvPr>
        </p:nvSpPr>
        <p:spPr>
          <a:xfrm>
            <a:off x="311700" y="4511450"/>
            <a:ext cx="85206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Hor</a:t>
            </a:r>
            <a:r>
              <a:rPr lang="en" sz="2600"/>
              <a:t>á</a:t>
            </a:r>
            <a:r>
              <a:rPr lang="en" sz="2600"/>
              <a:t>rios de Atendimento: Terças-Feiras 17h-19h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